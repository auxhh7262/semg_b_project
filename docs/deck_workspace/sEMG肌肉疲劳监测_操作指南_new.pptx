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.jpg" ContentType="image/jpg"/>
  <Override PartName="/ppt/media/image-3-2.jpg" ContentType="image/jpg"/>
  <Override PartName="/ppt/media/image-3-3.jpg" ContentType="image/jpg"/>
  <Override PartName="/ppt/media/image-3-4.jpg" ContentType="image/jpg"/>
  <Override PartName="/ppt/media/image-3-5.jpg" ContentType="image/jpg"/>
  <Override PartName="/ppt/media/image-4-1.jpg" ContentType="image/jpg"/>
  <Override PartName="/ppt/media/image-4-2.jpg" ContentType="image/jpg"/>
  <Override PartName="/ppt/media/image-5-1.jpg" ContentType="image/jpg"/>
  <Override PartName="/ppt/media/image-5-2.jpg" ContentType="image/jpg"/>
  <Override PartName="/ppt/media/image-5-3.jpg" ContentType="image/jpg"/>
  <Override PartName="/ppt/media/image-5-4.jpg" ContentType="image/jpg"/>
  <Override PartName="/ppt/media/image-5-5.jpg" ContentType="image/jpg"/>
  <Override PartName="/ppt/media/image-6-1.jpg" ContentType="image/jpg"/>
  <Override PartName="/ppt/media/image-6-2.jpg" ContentType="image/jpg"/>
  <Override PartName="/ppt/media/image-8-1.jpg" ContentType="image/jpg"/>
  <Override PartName="/ppt/media/image-8-2.jpg" ContentType="image/jpg"/>
  <Override PartName="/ppt/media/image-8-3.jpg" ContentType="image/jpg"/>
  <Override PartName="/ppt/media/image-8-4.jpg" ContentType="image/jpg"/>
  <Override PartName="/ppt/media/image-9-1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2E"/>
                </a:solidFill>
              </a:rPr>
              <a:t>sEMG肌肉疲劳监测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B84D"/>
                </a:solidFill>
              </a:rPr>
              <a:t>小程序操作指南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6E"/>
                </a:solidFill>
              </a:rPr>
              <a:t>表面肌电信号 · 实时监测 · 疲劳度评估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</a:rPr>
              <a:t>高中课题设计作品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目录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4D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</a:rPr>
              <a:t>网络配置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设备WiFi配网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188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4D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</a:rPr>
              <a:t>肌电校准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建立个人基准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4D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</a:rPr>
              <a:t>实时监测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多维数据显示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84D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</a:rPr>
              <a:t>数据分析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统计趋势图表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网络配置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扫描设备 → 连接 → 输入WiFi凭证 → 配网完成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pic>
        <p:nvPicPr>
          <p:cNvPr id="6" name="Image 0" descr="E:/sEMG_B_Project/docs/pic/网络配置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949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47371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① 未连接状态</a:t>
            </a:r>
            <a:endParaRPr lang="en-US" sz="900" dirty="0"/>
          </a:p>
        </p:txBody>
      </p:sp>
      <p:pic>
        <p:nvPicPr>
          <p:cNvPr id="8" name="Image 1" descr="E:/sEMG_B_Project/docs/pic/网络配置/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39898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6557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② 设备已连接</a:t>
            </a:r>
            <a:endParaRPr lang="en-US" sz="900" dirty="0"/>
          </a:p>
        </p:txBody>
      </p:sp>
      <p:pic>
        <p:nvPicPr>
          <p:cNvPr id="10" name="Image 2" descr="E:/sEMG_B_Project/docs/pic/网络配置/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52848" y="1005840"/>
            <a:ext cx="2286000" cy="5120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852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③ 输入WiFi</a:t>
            </a:r>
            <a:endParaRPr lang="en-US" sz="900" dirty="0"/>
          </a:p>
        </p:txBody>
      </p:sp>
      <p:pic>
        <p:nvPicPr>
          <p:cNvPr id="12" name="Image 3" descr="E:/sEMG_B_Project/docs/pic/网络配置/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65797" y="1005840"/>
            <a:ext cx="2286000" cy="5120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91477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④ 配网进行中</a:t>
            </a:r>
            <a:endParaRPr lang="en-US" sz="900" dirty="0"/>
          </a:p>
        </p:txBody>
      </p:sp>
      <p:pic>
        <p:nvPicPr>
          <p:cNvPr id="14" name="Image 4" descr="E:/sEMG_B_Project/docs/pic/网络配置/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78746" y="1005840"/>
            <a:ext cx="2286000" cy="5120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04426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⑤ 配网完成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肌电校准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录入个人信息 → 确认开始校准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pic>
        <p:nvPicPr>
          <p:cNvPr id="6" name="Image 0" descr="E:/sEMG_B_Project/docs/pic/肌电校准/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9898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6557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① 校准入口</a:t>
            </a:r>
            <a:endParaRPr lang="en-US" sz="900" dirty="0"/>
          </a:p>
        </p:txBody>
      </p:sp>
      <p:pic>
        <p:nvPicPr>
          <p:cNvPr id="8" name="Image 1" descr="E:/sEMG_B_Project/docs/pic/肌电校准/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5797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91477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② 校准主界面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肌电校准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静息态采集 → 最大收缩采集 → 校准完成 → 进入监测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pic>
        <p:nvPicPr>
          <p:cNvPr id="6" name="Image 0" descr="E:/sEMG_B_Project/docs/pic/肌电校准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949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47371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③ 录入信息</a:t>
            </a:r>
            <a:endParaRPr lang="en-US" sz="900" dirty="0"/>
          </a:p>
        </p:txBody>
      </p:sp>
      <p:pic>
        <p:nvPicPr>
          <p:cNvPr id="8" name="Image 1" descr="E:/sEMG_B_Project/docs/pic/肌电校准/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39898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6557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④ 确认校准</a:t>
            </a:r>
            <a:endParaRPr lang="en-US" sz="900" dirty="0"/>
          </a:p>
        </p:txBody>
      </p:sp>
      <p:pic>
        <p:nvPicPr>
          <p:cNvPr id="10" name="Image 2" descr="E:/sEMG_B_Project/docs/pic/肌电校准/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52848" y="1005840"/>
            <a:ext cx="2286000" cy="5120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852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⑤ 静息态采集</a:t>
            </a:r>
            <a:endParaRPr lang="en-US" sz="900" dirty="0"/>
          </a:p>
        </p:txBody>
      </p:sp>
      <p:pic>
        <p:nvPicPr>
          <p:cNvPr id="12" name="Image 3" descr="E:/sEMG_B_Project/docs/pic/肌电校准/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65797" y="1005840"/>
            <a:ext cx="2286000" cy="5120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91477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⑥ 最大收缩采集</a:t>
            </a:r>
            <a:endParaRPr lang="en-US" sz="900" dirty="0"/>
          </a:p>
        </p:txBody>
      </p:sp>
      <p:pic>
        <p:nvPicPr>
          <p:cNvPr id="14" name="Image 4" descr="E:/sEMG_B_Project/docs/pic/肌电校准/6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78746" y="1005840"/>
            <a:ext cx="2286000" cy="5120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04426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⑦ 校准完成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实时监测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已校准：显示疲劳度 | 未校准：仅显示RMS/MDF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pic>
        <p:nvPicPr>
          <p:cNvPr id="6" name="Image 0" descr="E:/sEMG_B_Project/docs/pic/实时监测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9898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6557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① 已校准状态</a:t>
            </a:r>
            <a:endParaRPr lang="en-US" sz="900" dirty="0"/>
          </a:p>
        </p:txBody>
      </p:sp>
      <p:pic>
        <p:nvPicPr>
          <p:cNvPr id="8" name="Image 1" descr="E:/sEMG_B_Project/docs/pic/实时监测/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5797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91477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② 未校准状态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指标解读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核心参数含义与计算方式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3474720"/>
                <a:gridCol w="5669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B84D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B84D"/>
                          </a:solidFill>
                        </a:rPr>
                        <a:t>单位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B84D"/>
                          </a:solidFill>
                        </a:rPr>
                        <a:t>含义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B84D"/>
                          </a:solidFill>
                        </a:rPr>
                        <a:t>计算方式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B84D"/>
                          </a:solidFill>
                        </a:rPr>
                        <a:t>RMS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均方根幅值，反映肌肉收缩力度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6E"/>
                          </a:solidFill>
                        </a:rPr>
                        <a:t>归一化：0%=放松，100%=最大收缩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979FF"/>
                          </a:solidFill>
                        </a:rPr>
                        <a:t>MDF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中位频率，疲劳时功率谱向低频偏移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6E"/>
                          </a:solidFill>
                        </a:rPr>
                        <a:t>信号功率谱累积达50%的频率点，疲劳时逐渐下降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收缩力度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当前肌肉收缩强度百分比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6E"/>
                          </a:solidFill>
                        </a:rPr>
                        <a:t>基于静息态与最大收缩态基准值计算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疲劳度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肌肉疲劳程度评估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6E"/>
                          </a:solidFill>
                        </a:rPr>
                        <a:t>(收缩起始MDF-当前MDF)/收缩起始MDF×100%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信号质量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数据可靠性综合评分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5A6E"/>
                          </a:solidFill>
                        </a:rPr>
                        <a:t>RMS合理性 + MDF有效性 + 连续性，越高越可靠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数据分析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数据统计 · 趋势图表 · 数据导出 · 原始数据格式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pic>
        <p:nvPicPr>
          <p:cNvPr id="6" name="Image 0" descr="E:/sEMG_B_Project/docs/pic/数据分析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539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5219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① 今日统计</a:t>
            </a:r>
            <a:endParaRPr lang="en-US" sz="900" dirty="0"/>
          </a:p>
        </p:txBody>
      </p:sp>
      <p:pic>
        <p:nvPicPr>
          <p:cNvPr id="8" name="Image 1" descr="E:/sEMG_B_Project/docs/pic/数据分析/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05078" y="1005840"/>
            <a:ext cx="2286000" cy="512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30758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② 昨日统计</a:t>
            </a:r>
            <a:endParaRPr lang="en-US" sz="900" dirty="0"/>
          </a:p>
        </p:txBody>
      </p:sp>
      <p:pic>
        <p:nvPicPr>
          <p:cNvPr id="10" name="Image 2" descr="E:/sEMG_B_Project/docs/pic/数据分析/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617" y="1005840"/>
            <a:ext cx="2286000" cy="5120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6297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③ 趋势图表</a:t>
            </a:r>
            <a:endParaRPr lang="en-US" sz="900" dirty="0"/>
          </a:p>
        </p:txBody>
      </p:sp>
      <p:pic>
        <p:nvPicPr>
          <p:cNvPr id="12" name="Image 3" descr="E:/sEMG_B_Project/docs/pic/数据分析/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6156" y="1005840"/>
            <a:ext cx="2286000" cy="5120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21836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④ 峰值建议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数据分析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</a:rPr>
              <a:t>CSV数据导出与微信分享 · 原始数据格式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182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pic>
        <p:nvPicPr>
          <p:cNvPr id="6" name="Image 0" descr="E:/sEMG_B_Project/docs/pic/数据分析/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005840"/>
            <a:ext cx="228600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6217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① 数据导出与微信分享</a:t>
            </a:r>
            <a:endParaRPr lang="en-US" sz="900" dirty="0"/>
          </a:p>
        </p:txBody>
      </p:sp>
      <p:pic>
        <p:nvPicPr>
          <p:cNvPr id="8" name="Image 1" descr="E:/sEMG_B_Project/docs/pic/数据分析/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828800"/>
            <a:ext cx="5303520" cy="3474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394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6E"/>
                </a:solidFill>
              </a:rPr>
              <a:t>② CSV原始数据格式（Excel打开）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2026-07-07T10:56:58Z</dcterms:created>
  <dcterms:modified xsi:type="dcterms:W3CDTF">2026-07-07T10:56:58Z</dcterms:modified>
</cp:coreProperties>
</file>